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0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CDB2-FE8B-5BEB-0A8B-A43980D3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93288-ACDA-ADC9-B9CC-2AF5D397F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CCB9-92F5-A958-2CB3-D252A8C0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F6E86-2C3F-2D3B-9BDF-A5222FF3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321FD-3DDC-FCF8-D3AD-CACB2F91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53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56E1-8522-A91A-31FD-65BFE869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2829-B59D-D66D-5B86-9D8FC00C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2F9B-F9AF-C871-990B-0F89F6D4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0641-0A69-3635-84C0-415E6791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5B17-C254-2D4F-BF37-4138D08B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3C33-5231-033D-8D83-8A39F53D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4C5E1-BD52-E966-45E7-4F4706085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9C0F4-D99B-F2A7-F5C6-C1F132DB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39F7C-D95F-6C6D-FCC9-417C902F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C59AC-73A4-044D-AF07-8FC20E1D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40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B9E2-F26F-20C9-D614-EB6C3DCD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8344E-6D1E-84D9-1DC7-1A0D6E9AA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F33BB-9EFC-F05E-6035-FDF05B132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683CD-546D-CE08-C2D3-DB9C3CE0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C6983-ABE9-3AD2-4113-E5CC0A4C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B833-ED26-7DAE-AF16-2DF37EFA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15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DF75-F99D-671D-20C1-201C6DF0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86CA3-41C9-1C9C-2015-EDCB10016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CF1C5-946F-485B-22E1-893A365F5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FA2A5-03CE-5FA4-7506-81DE5A07B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F31DE-8B1B-41B0-2DA7-DDF41F95B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33F2D-B7A5-E8A5-2424-A617BAB3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7737C-C4A7-F868-A5C2-53F14445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73A82-0E15-606B-07F0-A225956F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84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9E62-7483-AF54-7153-D9B6882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88083-22D8-154B-B219-0D9CBD2F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AC0A7-C041-8E26-29D1-B915D284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55362-2E8A-5DAB-9462-3A90803E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3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7E7AC-A677-8B13-B021-7F2FBC1A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5DD61-A404-4089-3C6B-A4562699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E4AC5-1D74-0702-CD54-4349C3F7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7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7B9B0-3BFB-DD08-995A-588B9047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255EB-30F8-6655-88BF-C498F0ED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6A5BA-E193-49C5-BB65-5DE0281B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E57F9-12E9-92EF-C481-94205B4A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D6A15-F4CC-40F5-A469-7C8CC1C5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013F6-EE82-3358-DCD3-91F81272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33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EBCB-DA5C-0853-0305-CB8AF18D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E33D2-343D-8E01-84EF-78828E755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98E30-37C9-6AD7-E7E8-12BB7A699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404A0-3170-2734-1942-902D7E59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535D8-7710-C8F0-881A-973C8C1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9DB8-B713-6DC2-9202-ABAF98AD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9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F722-D91D-20B8-B3A9-B6792441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20FB6-7015-4CAA-B235-007C1C64B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38CC1-FFCD-FA36-528B-5E999B13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48EF-4027-8FDA-F295-4B239943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D5BCB-F84E-60FD-2BF6-874809AA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74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2CEB9-1F25-75D7-6499-F97E89B08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053F-5951-3D66-D972-BFE867BDB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E301-B363-4E15-1E39-A38CAEB9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8A2B8-EF06-9449-62AF-488A8571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0A667-8B7F-DF49-306D-A73C312D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55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67F1F-E14B-72BA-1FEF-E53910A2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C16FE-CD03-7FA1-C4A0-31450887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031FF-70B7-F110-3931-44E100F77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49D66-07EF-4341-B860-4746DCC7033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A4383-89F6-8CB8-DF3F-3E751B29F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9A6EE-1340-9E0F-2F74-70A17DB02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2ED36-B18E-43FE-9CE0-792D87FB6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4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44F8-3C43-A215-707B-11676BA0D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i="1" dirty="0" err="1"/>
              <a:t>dqcs</a:t>
            </a:r>
            <a:endParaRPr lang="en-IN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6A503-DFDE-5DC4-AD30-1F971394A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7887-44BC-CC17-42AA-050BF810B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5"/>
            <a:ext cx="10891684" cy="1325563"/>
          </a:xfrm>
        </p:spPr>
        <p:txBody>
          <a:bodyPr/>
          <a:lstStyle/>
          <a:p>
            <a:r>
              <a:rPr lang="en-IN" dirty="0"/>
              <a:t>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9943-B880-545C-7616-D58FA10C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10793361" cy="4351338"/>
          </a:xfrm>
        </p:spPr>
        <p:txBody>
          <a:bodyPr/>
          <a:lstStyle/>
          <a:p>
            <a:r>
              <a:rPr lang="en-IN" dirty="0" err="1"/>
              <a:t>dslide</a:t>
            </a:r>
            <a:endParaRPr lang="en-IN" dirty="0"/>
          </a:p>
          <a:p>
            <a:pPr lvl="1"/>
            <a:r>
              <a:rPr lang="en-IN" dirty="0"/>
              <a:t>Tools to  work with WSI</a:t>
            </a:r>
          </a:p>
          <a:p>
            <a:r>
              <a:rPr lang="en-IN" dirty="0" err="1"/>
              <a:t>dpixel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Tools to analyse each pixel</a:t>
            </a:r>
          </a:p>
          <a:p>
            <a:r>
              <a:rPr lang="en-IN" dirty="0" err="1"/>
              <a:t>dseg</a:t>
            </a:r>
            <a:endParaRPr lang="en-IN" dirty="0"/>
          </a:p>
          <a:p>
            <a:pPr lvl="1"/>
            <a:r>
              <a:rPr lang="en-IN" dirty="0"/>
              <a:t>Tools for segmentation</a:t>
            </a:r>
          </a:p>
          <a:p>
            <a:r>
              <a:rPr lang="en-IN" dirty="0" err="1"/>
              <a:t>danalysis</a:t>
            </a:r>
            <a:endParaRPr lang="en-IN" dirty="0"/>
          </a:p>
          <a:p>
            <a:pPr lvl="1"/>
            <a:r>
              <a:rPr lang="en-IN" dirty="0"/>
              <a:t>Tools for analysis of patch and WSI</a:t>
            </a:r>
          </a:p>
        </p:txBody>
      </p:sp>
    </p:spTree>
    <p:extLst>
      <p:ext uri="{BB962C8B-B14F-4D97-AF65-F5344CB8AC3E}">
        <p14:creationId xmlns:p14="http://schemas.microsoft.com/office/powerpoint/2010/main" val="122288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C269-8370-C62D-71F6-109F46AA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CDDC-E29D-B31F-9983-B004CE9A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5"/>
            <a:ext cx="10891684" cy="1325563"/>
          </a:xfrm>
        </p:spPr>
        <p:txBody>
          <a:bodyPr/>
          <a:lstStyle/>
          <a:p>
            <a:r>
              <a:rPr lang="en-IN" dirty="0" err="1"/>
              <a:t>dslide</a:t>
            </a:r>
            <a:r>
              <a:rPr lang="en-IN" dirty="0"/>
              <a:t>: tools to  work with WSI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098E-FF4F-0823-995E-E4F66ABA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10793361" cy="4351338"/>
          </a:xfrm>
        </p:spPr>
        <p:txBody>
          <a:bodyPr/>
          <a:lstStyle/>
          <a:p>
            <a:r>
              <a:rPr lang="en-IN" dirty="0" err="1"/>
              <a:t>get_thumbnail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To create thumbnail image of WSI for easy visualization</a:t>
            </a:r>
          </a:p>
          <a:p>
            <a:r>
              <a:rPr lang="en-IN" dirty="0" err="1"/>
              <a:t>normalize_wsi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To normalize </a:t>
            </a:r>
            <a:r>
              <a:rPr lang="en-IN" dirty="0" err="1"/>
              <a:t>color</a:t>
            </a:r>
            <a:r>
              <a:rPr lang="en-IN" dirty="0"/>
              <a:t> and staining for standard analysis</a:t>
            </a:r>
          </a:p>
          <a:p>
            <a:r>
              <a:rPr lang="en-IN" dirty="0" err="1"/>
              <a:t>get_patches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To make patches of required size</a:t>
            </a:r>
          </a:p>
          <a:p>
            <a:r>
              <a:rPr lang="en-IN" dirty="0" err="1"/>
              <a:t>select_patches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To select relevant patches (using CLAM or optical density)</a:t>
            </a:r>
          </a:p>
          <a:p>
            <a:r>
              <a:rPr lang="en-IN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498052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dqcs</vt:lpstr>
      <vt:lpstr>Files</vt:lpstr>
      <vt:lpstr>dslide: tools to  work with WSI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Sharma</dc:creator>
  <cp:lastModifiedBy>Abhishek Sharma</cp:lastModifiedBy>
  <cp:revision>1</cp:revision>
  <dcterms:created xsi:type="dcterms:W3CDTF">2025-10-14T04:17:29Z</dcterms:created>
  <dcterms:modified xsi:type="dcterms:W3CDTF">2025-10-14T06:36:29Z</dcterms:modified>
</cp:coreProperties>
</file>